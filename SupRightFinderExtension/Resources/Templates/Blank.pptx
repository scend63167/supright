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演示文稿标题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演示文稿副标题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